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A53BD-C181-618D-7769-D0B449B0C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4EC90C-3278-2554-37C0-56CB79D1B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B8A8FF-0300-5B4D-2750-1D6A7FEB3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9A247-86BD-937A-1604-378646DF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166F57-FA10-1DA6-AE12-ED65A970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7952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9BE24-3C14-D521-5D43-14D01AAE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3BFEB3-3D08-108A-B6BF-5D142E13D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E14CE7-6720-50E9-4184-3AD3FA02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121D31-B41C-E811-C0D8-570938D7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E31169-C3ED-ABEF-E230-DD692A2AF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869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684AC-C846-B8DC-DCCB-18607EF7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6487D0-3089-F4DE-DCEC-6C70DFD8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A98186-9D17-D18E-F5D7-86D9D9B0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BB9A74-5831-A065-BBA9-898ADAB7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9ECAD3-0E7D-A77A-78F4-02809F83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536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16007-198A-4A2F-EBFC-7948F226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DF6BF2-A2AE-41DB-1B7D-5AF9F6C59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44855D-71B3-9730-5921-1F72EAAAC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C4D608-9247-9016-A49B-F6729C1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EAFA3C-17B3-D316-7F23-31A570DA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B18C21-6078-CA38-EEA7-5A621C71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029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AFC7-3B9E-3DAE-8505-86C58F52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157B4E-930B-E878-C154-099652474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288DA5-9EB3-856A-5828-6099F5E53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E1A7F3-B0D0-86B5-BDC3-34442DD7E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18A9FC-5FBB-AE5B-0028-BAB259539D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346BE8-0084-B43E-2FF8-716AA71D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F1E0EC-A32A-B7A2-FBC5-E10007ED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5D0239-EE0B-1BD4-12E3-7C92B1E2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243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6D1C9-B2F0-BE75-9740-64B4B8EE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0173EEF-CC2A-2D5E-2634-FCB7C4E2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3B1EEF-3709-2FB7-9372-089610A4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A094AA-06A8-8D8B-6D98-3E23D622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015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2FFD97-9882-F598-CD10-DA0C735A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6FD1B0-3C4A-DFF1-9801-0C8EB877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5989E6-3D9E-17B6-7BE6-48FD04FE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22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5072A-C300-1F62-9FFA-4FC2AFDB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DC0258-2491-7F2E-999E-6990C3C96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349CCE-8B38-3D65-C635-8DC139E38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8E9392-58DE-EAAA-AF99-EED63FB0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5ABD35-DA97-B3DF-A3C6-2386848F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8AB36C-86C6-711A-E4CA-3732F609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001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8B830-A098-5851-557E-67EA6E4F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44E1E1-22EB-D134-B19B-A4FD3A6009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4CA66B-95EC-F6F7-569D-922FE16C0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0966E0-468D-3F23-5A99-43859CA60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B6E105-1ED6-C70B-A059-67F34AAA0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26ACCE-79DE-3116-1EF2-98EAB103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454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E59F4-9050-2237-0B9B-3AB1B6770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AF597D-655A-9CAB-62DB-6063E2FB0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D19465-F82F-12DA-B0A6-647ACB03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D93DD5-0D0A-B0DC-FEBC-CEE69BEC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AFF241-15B8-2490-6BA1-65CB7394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3741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AE3F30-FDAB-AE71-8F4E-CE31D8440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77692F-3054-DEC9-97F8-58D7630EA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6A3D42-4ED3-7617-E95A-5EBA58EC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744C20-5D80-BD3B-2C6E-3ADD0BAB5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44B69D-9FD5-3891-21E9-1D0AEB39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315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A1705C0-AD7D-7DA9-6E7E-D8F51FDE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CA2382-FC9A-72A4-C1EB-E276C11C0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4B15A3-28CE-34AF-E039-42090EE90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7B00F-0185-4013-839C-84E203DB0F08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C0370-5EDE-D91B-C979-8B6FE4D4F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D71BBC-99DB-33A0-4DD1-04E127766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EA67F-2AD7-4BEC-A8B1-DCCE2296747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617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es.scribd.com/document/851121465/Arquitectura-de-YouTube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05BBB-F011-662E-882F-959242A6C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Youtube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D99B73-3B60-7C42-AF99-E1F54A39BA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Barraza Torres Jesús Daniel</a:t>
            </a:r>
          </a:p>
        </p:txBody>
      </p:sp>
    </p:spTree>
    <p:extLst>
      <p:ext uri="{BB962C8B-B14F-4D97-AF65-F5344CB8AC3E}">
        <p14:creationId xmlns:p14="http://schemas.microsoft.com/office/powerpoint/2010/main" val="13174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79380-6400-C48E-3F14-3C3747C4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Servicios de </a:t>
            </a:r>
            <a:r>
              <a:rPr lang="es-MX" dirty="0" err="1"/>
              <a:t>youtube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E27D2F-2586-162E-A362-D13435DE8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8977"/>
            <a:ext cx="2969302" cy="4617986"/>
          </a:xfrm>
        </p:spPr>
        <p:txBody>
          <a:bodyPr>
            <a:normAutofit/>
          </a:bodyPr>
          <a:lstStyle/>
          <a:p>
            <a:r>
              <a:rPr lang="es-MX" dirty="0"/>
              <a:t>	Selección de videos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887372-7514-55E7-5C4E-B85AA55A7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07503" y="1558977"/>
            <a:ext cx="3897442" cy="493389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Reproducción de videos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Pausar el video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Control del volumen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Cambiar el video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Configuración de calidad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Calidad de reproducción de video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Modo de pantalla: Completa, Cine, Normal, Corto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Modos de miscelánea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Configuración de accesibilidad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Subtítulos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Pistas de audio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Otro apoyo de accesibilidad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9B0CDB3D-1364-AEA6-B4FE-B12E0596A297}"/>
              </a:ext>
            </a:extLst>
          </p:cNvPr>
          <p:cNvSpPr txBox="1">
            <a:spLocks/>
          </p:cNvSpPr>
          <p:nvPr/>
        </p:nvSpPr>
        <p:spPr>
          <a:xfrm>
            <a:off x="7704944" y="1558977"/>
            <a:ext cx="4173511" cy="49338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Calificar un video (</a:t>
            </a:r>
            <a:r>
              <a:rPr lang="es-MX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Like</a:t>
            </a: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s-MX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Dislike</a:t>
            </a: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Denunciar un video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clips de un video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Leer la descripción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Preguntar a la IA sobre un video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Descargar un video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 el chat en vivo (si hay/hubo)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Bloquear un video/una categoría de videos</a:t>
            </a:r>
          </a:p>
        </p:txBody>
      </p:sp>
    </p:spTree>
    <p:extLst>
      <p:ext uri="{BB962C8B-B14F-4D97-AF65-F5344CB8AC3E}">
        <p14:creationId xmlns:p14="http://schemas.microsoft.com/office/powerpoint/2010/main" val="29071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F945D7-EB26-18F3-533F-00A3DE90A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54636"/>
            <a:ext cx="5181600" cy="562232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Listas de reproducción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Creación de lista de reproducción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Agregar/eliminar videos a la lista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Modificar orden de la lista de reproducción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Modo de </a:t>
            </a:r>
            <a:r>
              <a:rPr lang="es-MX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loop</a:t>
            </a:r>
            <a:endParaRPr lang="es-MX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Modo de reproducción automática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Modificar el nombre de la lista de reproducción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Privacidad de la lista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0AB0A2-D68C-2784-E737-146C1D971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54636"/>
            <a:ext cx="5700010" cy="562232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Cuentas de usuario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Crear/Borrar una cuenta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Personalizar banner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Personalizar foto de perfil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Personalizar descripción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Suscribirte a un canal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un canal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Reportar un usuario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Agregar vínculos a páginas externas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Agregar información bancaria (Si se cumplen requisitos)</a:t>
            </a:r>
          </a:p>
        </p:txBody>
      </p:sp>
    </p:spTree>
    <p:extLst>
      <p:ext uri="{BB962C8B-B14F-4D97-AF65-F5344CB8AC3E}">
        <p14:creationId xmlns:p14="http://schemas.microsoft.com/office/powerpoint/2010/main" val="246228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B28588-7ACA-9F9A-97D6-70D8E650E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24656"/>
            <a:ext cx="5181600" cy="565230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Comentarios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un comentario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Borrar un comentario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Responder a un comentario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Calificar un comentario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Encorazonar</a:t>
            </a: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un comentario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Reportar un comentario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20B04A-A4F3-D2EE-D459-575EC6B53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24656"/>
            <a:ext cx="5181600" cy="565230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Funciones de exploración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Categorización de videos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Explorar por tipo de video comercial: Música, Películas, Directos, Podcasts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Explorar por tipo de video no comercial: Videojuegos, Noticias, Deportes, Aprendizaje</a:t>
            </a:r>
          </a:p>
        </p:txBody>
      </p:sp>
    </p:spTree>
    <p:extLst>
      <p:ext uri="{BB962C8B-B14F-4D97-AF65-F5344CB8AC3E}">
        <p14:creationId xmlns:p14="http://schemas.microsoft.com/office/powerpoint/2010/main" val="240426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82C34C-5D4B-6CCD-8C67-F38D03205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99607"/>
            <a:ext cx="3868711" cy="5577356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Funciones legales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Presentación de datos legales dentro de la aplicación de YouTube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Funciones de otras apps de YouTube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Entrar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YouTube Premium, Music, Kids y Studio</a:t>
            </a:r>
            <a:endParaRPr lang="es-MX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s-MX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254B69-0B93-3D4A-1678-A5418796C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6911" y="344775"/>
            <a:ext cx="7075358" cy="6205928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videos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Publicar un video de tu memoria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Agregar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Título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Descripción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Etiquetas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Miniatura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Categoría de edad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Categoría del video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Otros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Agregar </a:t>
            </a:r>
            <a:r>
              <a:rPr lang="es-MX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popups</a:t>
            </a: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como los videos recomendados, la pantalla final, subtítulos, etc.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Verificar un video por derechos de autor/lineamientos de comunidad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Tipo de video: Público, privado, no listado</a:t>
            </a:r>
          </a:p>
          <a:p>
            <a:pPr marL="1143000" lvl="2" indent="-2286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Programar un video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Borrar un video subido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Modificar un video subido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Agregar un video subido a una lista de reproducción</a:t>
            </a:r>
          </a:p>
        </p:txBody>
      </p:sp>
    </p:spTree>
    <p:extLst>
      <p:ext uri="{BB962C8B-B14F-4D97-AF65-F5344CB8AC3E}">
        <p14:creationId xmlns:p14="http://schemas.microsoft.com/office/powerpoint/2010/main" val="69501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9524D4-327D-BCDC-A907-1A6F01B0E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09666"/>
            <a:ext cx="5181600" cy="5667297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Buscar un video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Buscar por palabras clave del título y/o categorías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Filtrar por tipo de búsqueda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Filtrar por duración del video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Filtrar por fecha de publicación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Ordenar por relevancia, popularidad, recientes, nombres y conocimientos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Apartados para videos ya vistos y videos que fueron vistos por otros usuarios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Filtrar videos por otras categorías de miscelánea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ED84FF-E390-7247-D6B6-72BA9ABF9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09666"/>
            <a:ext cx="5181600" cy="5667297"/>
          </a:xfrm>
        </p:spPr>
        <p:txBody>
          <a:bodyPr>
            <a:normAutofit fontScale="925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Anuncios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 un anuncio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Acceder al anuncio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un anuncio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Comunidad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una comunidad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una publicación de imagen</a:t>
            </a:r>
          </a:p>
        </p:txBody>
      </p:sp>
    </p:spTree>
    <p:extLst>
      <p:ext uri="{BB962C8B-B14F-4D97-AF65-F5344CB8AC3E}">
        <p14:creationId xmlns:p14="http://schemas.microsoft.com/office/powerpoint/2010/main" val="1952107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CC7C7-B8B5-CCCB-4165-CDD0D4FE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Servicios y sus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8BCEEF-FF3F-48E1-B124-8225F3C9A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028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Inicio de sesión por Google: </a:t>
            </a:r>
            <a:r>
              <a:rPr lang="es-E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Correo, nombre de usuario, y otros datos como la edad de la cuenta</a:t>
            </a:r>
            <a:endParaRPr lang="es-MX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Servicios monetarios: •	Información de la tarjeta 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 </a:t>
            </a:r>
            <a:r>
              <a:rPr lang="es-MX" sz="3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Wallet</a:t>
            </a:r>
            <a:endParaRPr lang="es-MX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PayPal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Servicios de transacción (como MasterCard)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Servicio de anuncios por Google </a:t>
            </a:r>
            <a:r>
              <a:rPr lang="es-MX" sz="3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Ads</a:t>
            </a:r>
            <a:r>
              <a:rPr lang="es-MX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s-E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Datos para el uso de anunciantes</a:t>
            </a:r>
            <a:endParaRPr lang="es-MX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53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FC9B3-1E2A-F5D5-4F4D-61067C00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81856"/>
          </a:xfrm>
        </p:spPr>
        <p:txBody>
          <a:bodyPr/>
          <a:lstStyle/>
          <a:p>
            <a:r>
              <a:rPr lang="es-MX" dirty="0"/>
              <a:t>Clasificación arquitectónica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A2C5F8-882D-F38E-0998-AC3EA8409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199"/>
            <a:ext cx="6172200" cy="619843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Servicios de cuenta de Google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Videos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Cuenta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Listas de reproducción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Comentarios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Exploración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Crear videos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Servicios de cuenta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Otras aplicaciones de YouTube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 premium y las suscripciones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Servicio de anunciantes (Crear un anuncio)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 Das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MX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 opera de forma pasiva al crear un anuncio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03C41B-0948-E612-5343-DFABC16B9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39057"/>
            <a:ext cx="3932237" cy="521657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s-MX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 de arquitectura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Arquitectura distribuida basada en microservicios (Hinojosa, F.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s.</a:t>
            </a:r>
            <a:r>
              <a:rPr lang="es-MX" sz="18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s-MX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s-MX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¿Desacoplamiento?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Más allá de que las aplicaciones de banco están de alguna forma relacionada con Google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wallet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 depende una de la otra en cuanto a las categorías -&gt;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lang="es-MX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Ventajas de arquitectura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Alta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responsibidad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Alta disponibilidad y flexibilidad al usar distintas tecnologías en cada componente (Ríos Martínez, P, J. 2026)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4086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6A9FF55-22FA-A899-D6DC-28F681D3D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48" y="43951"/>
            <a:ext cx="9042427" cy="681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91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4C71D-6FD1-1BCA-2E10-14C69FB1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99608"/>
            <a:ext cx="10515600" cy="583117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Hinojosa, F. (</a:t>
            </a:r>
            <a:r>
              <a:rPr lang="es-MX" sz="4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n.d</a:t>
            </a:r>
            <a:r>
              <a:rPr lang="es-MX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.). Arquitectura de </a:t>
            </a:r>
            <a:r>
              <a:rPr lang="es-MX" sz="4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</a:t>
            </a:r>
            <a:r>
              <a:rPr lang="es-MX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Un enfoque técnico y académico. </a:t>
            </a:r>
            <a:r>
              <a:rPr lang="es-MX" sz="40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SCRIBD</a:t>
            </a:r>
            <a:r>
              <a:rPr lang="es-MX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1-5. </a:t>
            </a:r>
            <a:r>
              <a:rPr lang="es-MX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https://es.scribd.com/document/851121465/Arquitectura-de-YouTube</a:t>
            </a:r>
            <a:br>
              <a:rPr lang="es-MX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s-MX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MX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Ríos Martínez, J. P. (2026). </a:t>
            </a:r>
            <a:r>
              <a:rPr lang="es-MX" sz="40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Development</a:t>
            </a:r>
            <a:r>
              <a:rPr lang="es-MX" sz="40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40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Architectures</a:t>
            </a:r>
            <a:r>
              <a:rPr lang="es-MX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[Presentación de clase].</a:t>
            </a:r>
          </a:p>
        </p:txBody>
      </p:sp>
    </p:spTree>
    <p:extLst>
      <p:ext uri="{BB962C8B-B14F-4D97-AF65-F5344CB8AC3E}">
        <p14:creationId xmlns:p14="http://schemas.microsoft.com/office/powerpoint/2010/main" val="33889578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659</Words>
  <Application>Microsoft Office PowerPoint</Application>
  <PresentationFormat>Panorámica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Symbol</vt:lpstr>
      <vt:lpstr>Wingdings</vt:lpstr>
      <vt:lpstr>Tema de Office</vt:lpstr>
      <vt:lpstr>Youtube</vt:lpstr>
      <vt:lpstr>Servicios de youtube</vt:lpstr>
      <vt:lpstr>Presentación de PowerPoint</vt:lpstr>
      <vt:lpstr>Presentación de PowerPoint</vt:lpstr>
      <vt:lpstr>Presentación de PowerPoint</vt:lpstr>
      <vt:lpstr>Presentación de PowerPoint</vt:lpstr>
      <vt:lpstr>Servicios y sus datos</vt:lpstr>
      <vt:lpstr>Clasificación arquitectónica</vt:lpstr>
      <vt:lpstr>Presentación de PowerPoint</vt:lpstr>
      <vt:lpstr>Hinojosa, F. (n.d.). Arquitectura de Youtube: Un enfoque técnico y académico. SCRIBD, 1-5. https://es.scribd.com/document/851121465/Arquitectura-de-YouTube  Ríos Martínez, J. P. (2026). Development Architectures [Presentación de clase].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Jesús Barraza</dc:creator>
  <cp:lastModifiedBy>Jesús Barraza</cp:lastModifiedBy>
  <cp:revision>1</cp:revision>
  <dcterms:created xsi:type="dcterms:W3CDTF">2026-05-20T19:20:38Z</dcterms:created>
  <dcterms:modified xsi:type="dcterms:W3CDTF">2026-05-20T19:29:39Z</dcterms:modified>
</cp:coreProperties>
</file>